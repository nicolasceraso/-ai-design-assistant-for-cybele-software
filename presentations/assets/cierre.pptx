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6858000" cx="12192000"/>
  <p:notesSz cx="6858000" cy="12192000"/>
  <p:embeddedFontLst>
    <p:embeddedFont>
      <p:font typeface="Inter SemiBold"/>
      <p:regular r:id="rId7"/>
      <p:bold r:id="rId8"/>
      <p:italic r:id="rId9"/>
      <p:boldItalic r:id="rId10"/>
    </p:embeddedFont>
    <p:embeddedFont>
      <p:font typeface="Inter Light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0">
          <p15:clr>
            <a:srgbClr val="747775"/>
          </p15:clr>
        </p15:guide>
        <p15:guide id="2" pos="4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0" orient="horz"/>
        <p:guide pos="47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font" Target="fonts/InterLight-regular.fntdata"/><Relationship Id="rId22" Type="http://schemas.openxmlformats.org/officeDocument/2006/relationships/font" Target="fonts/InterMedium-boldItalic.fntdata"/><Relationship Id="rId10" Type="http://schemas.openxmlformats.org/officeDocument/2006/relationships/font" Target="fonts/InterSemiBold-boldItalic.fntdata"/><Relationship Id="rId21" Type="http://schemas.openxmlformats.org/officeDocument/2006/relationships/font" Target="fonts/InterMedium-italic.fntdata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italic.fntdata"/><Relationship Id="rId15" Type="http://schemas.openxmlformats.org/officeDocument/2006/relationships/font" Target="fonts/Inter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font" Target="fonts/InterSemiBold-regular.fntdata"/><Relationship Id="rId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4cc2fcdb1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4cc2fcdb1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4cc2fcdb1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@thinfinity" TargetMode="External"/><Relationship Id="rId10" Type="http://schemas.openxmlformats.org/officeDocument/2006/relationships/image" Target="../media/image2.png"/><Relationship Id="rId13" Type="http://schemas.openxmlformats.org/officeDocument/2006/relationships/hyperlink" Target="https://www.facebook.com/cybelesoftware" TargetMode="External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hyperlink" Target="https://x.com/cybelesoft" TargetMode="External"/><Relationship Id="rId15" Type="http://schemas.openxmlformats.org/officeDocument/2006/relationships/hyperlink" Target="https://www.instagram.com/cybelesoftware/" TargetMode="External"/><Relationship Id="rId14" Type="http://schemas.openxmlformats.org/officeDocument/2006/relationships/image" Target="../media/image6.png"/><Relationship Id="rId17" Type="http://schemas.openxmlformats.org/officeDocument/2006/relationships/hyperlink" Target="https://www.linkedin.com/company/cybele-software-inc-/" TargetMode="External"/><Relationship Id="rId16" Type="http://schemas.openxmlformats.org/officeDocument/2006/relationships/image" Target="../media/image5.png"/><Relationship Id="rId5" Type="http://schemas.openxmlformats.org/officeDocument/2006/relationships/image" Target="../media/image7.gif"/><Relationship Id="rId6" Type="http://schemas.openxmlformats.org/officeDocument/2006/relationships/hyperlink" Target="http://cybelesoft.com" TargetMode="External"/><Relationship Id="rId18" Type="http://schemas.openxmlformats.org/officeDocument/2006/relationships/image" Target="../media/image4.png"/><Relationship Id="rId7" Type="http://schemas.openxmlformats.org/officeDocument/2006/relationships/hyperlink" Target="tel:+18664629768" TargetMode="External"/><Relationship Id="rId8" Type="http://schemas.openxmlformats.org/officeDocument/2006/relationships/hyperlink" Target="tel:+130289296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900" y="2438400"/>
            <a:ext cx="4311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Inter"/>
              <a:buNone/>
            </a:pPr>
            <a:r>
              <a:rPr i="0" lang="en-US" sz="7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¡Gracias!</a:t>
            </a:r>
            <a:endParaRPr i="0" sz="7200" u="none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0386" y="614937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A4A4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A4A4A4"/>
                </a:solidFill>
                <a:latin typeface="Inter"/>
                <a:ea typeface="Inter"/>
                <a:cs typeface="Inter"/>
                <a:sym typeface="Inter"/>
              </a:rPr>
              <a:t>©2026 Cybele Software Inc. Todos los derechos reservados. Thinfinity® y z/Scope® son marcas registradas de Cybele Software Inc. </a:t>
            </a:r>
            <a:endParaRPr sz="800">
              <a:solidFill>
                <a:srgbClr val="A4A4A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A4A4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A4A4A4"/>
                </a:solidFill>
                <a:latin typeface="Inter"/>
                <a:ea typeface="Inter"/>
                <a:cs typeface="Inter"/>
                <a:sym typeface="Inter"/>
              </a:rPr>
              <a:t>Todas las demás marcas y logotipos son marcas comerciales de sus respectivos propietarios.</a:t>
            </a:r>
            <a:endParaRPr sz="800">
              <a:solidFill>
                <a:srgbClr val="A4A4A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" name="Google Shape;18;p3" title="Versión=Negativa@2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7475" y="5993800"/>
            <a:ext cx="1371600" cy="5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5">
            <a:alphaModFix amt="3000"/>
          </a:blip>
          <a:srcRect b="0" l="-2749" r="40269" t="0"/>
          <a:stretch/>
        </p:blipFill>
        <p:spPr>
          <a:xfrm flipH="1">
            <a:off x="-14945" y="724187"/>
            <a:ext cx="2999094" cy="4800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3"/>
          <p:cNvGrpSpPr/>
          <p:nvPr/>
        </p:nvGrpSpPr>
        <p:grpSpPr>
          <a:xfrm>
            <a:off x="6229002" y="2487109"/>
            <a:ext cx="5307679" cy="1371620"/>
            <a:chOff x="5955902" y="2743189"/>
            <a:chExt cx="5307679" cy="1371620"/>
          </a:xfrm>
        </p:grpSpPr>
        <p:sp>
          <p:nvSpPr>
            <p:cNvPr id="21" name="Google Shape;21;p3"/>
            <p:cNvSpPr txBox="1"/>
            <p:nvPr/>
          </p:nvSpPr>
          <p:spPr>
            <a:xfrm>
              <a:off x="5955902" y="3723309"/>
              <a:ext cx="19032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25" lIns="165700" spcFirstLastPara="1" rIns="165700" wrap="square" tIns="82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>
                  <a:solidFill>
                    <a:srgbClr val="FFFFFF"/>
                  </a:solidFill>
                  <a:uFill>
                    <a:noFill/>
                  </a:uFill>
                  <a:latin typeface="Inter Medium"/>
                  <a:ea typeface="Inter Medium"/>
                  <a:cs typeface="Inter Medium"/>
                  <a:sym typeface="Inter Medium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cybelesoft.com</a:t>
              </a:r>
              <a:endParaRPr sz="14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5955908" y="2743197"/>
              <a:ext cx="31437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25" lIns="165700" spcFirstLastPara="1" rIns="165700" wrap="square" tIns="82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Línea gratuita (USA &amp; Canada)</a:t>
              </a:r>
              <a:endParaRPr sz="14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44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>
                  <a:solidFill>
                    <a:srgbClr val="CCCCCC"/>
                  </a:solidFill>
                  <a:uFill>
                    <a:noFill/>
                  </a:uFill>
                  <a:latin typeface="Inter Light"/>
                  <a:ea typeface="Inter Light"/>
                  <a:cs typeface="Inter Light"/>
                  <a:sym typeface="Inter Light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+1 (866) 462-9768</a:t>
              </a:r>
              <a:endParaRPr sz="1450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23" name="Google Shape;23;p3"/>
            <p:cNvSpPr txBox="1"/>
            <p:nvPr/>
          </p:nvSpPr>
          <p:spPr>
            <a:xfrm>
              <a:off x="8979681" y="2743189"/>
              <a:ext cx="22839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25" lIns="165700" spcFirstLastPara="1" rIns="165700" wrap="square" tIns="82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4"/>
                <a:buFont typeface="Arial"/>
                <a:buNone/>
              </a:pPr>
              <a:r>
                <a:rPr lang="en-US" sz="14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Internacional</a:t>
              </a:r>
              <a:endParaRPr sz="14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4"/>
                <a:buFont typeface="Arial"/>
                <a:buNone/>
              </a:pPr>
              <a:r>
                <a:t/>
              </a:r>
              <a:endParaRPr sz="544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4"/>
                <a:buFont typeface="Arial"/>
                <a:buNone/>
              </a:pPr>
              <a:r>
                <a:rPr lang="en-US" sz="1450">
                  <a:solidFill>
                    <a:srgbClr val="CCCCCC"/>
                  </a:solidFill>
                  <a:uFill>
                    <a:noFill/>
                  </a:uFill>
                  <a:latin typeface="Inter Light"/>
                  <a:ea typeface="Inter Light"/>
                  <a:cs typeface="Inter Light"/>
                  <a:sym typeface="Inter Light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+1 (302) 892-9625</a:t>
              </a:r>
              <a:endParaRPr sz="1450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4" name="Google Shape;24;p3"/>
            <p:cNvCxnSpPr/>
            <p:nvPr/>
          </p:nvCxnSpPr>
          <p:spPr>
            <a:xfrm rot="10800000">
              <a:off x="8964092" y="2836456"/>
              <a:ext cx="0" cy="496500"/>
            </a:xfrm>
            <a:prstGeom prst="straightConnector1">
              <a:avLst/>
            </a:prstGeom>
            <a:noFill/>
            <a:ln cap="flat" cmpd="sng" w="17275">
              <a:solidFill>
                <a:srgbClr val="51515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5" name="Google Shape;25;p3" title="Frame 5757.png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747167" y="3722178"/>
              <a:ext cx="374074" cy="374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 title="Frame 5758.png">
              <a:hlinkClick r:id="rId11"/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9362785" y="3722178"/>
              <a:ext cx="374074" cy="374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 title="Frame 5759.png">
              <a:hlinkClick r:id="rId13"/>
            </p:cNvPr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8285706" y="3722178"/>
              <a:ext cx="374074" cy="374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title="Frame 5760.png">
              <a:hlinkClick r:id="rId15"/>
            </p:cNvPr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8824246" y="3722178"/>
              <a:ext cx="374074" cy="374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 title="Frame 5761.png">
              <a:hlinkClick r:id="rId17"/>
            </p:cNvPr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9901325" y="3722178"/>
              <a:ext cx="374074" cy="3740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